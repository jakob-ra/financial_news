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83" t="443" b="7463"/>
          <a:stretch/>
        </p:blipFill>
        <p:spPr>
          <a:xfrm>
            <a:off x="2924355" y="431320"/>
            <a:ext cx="6412097" cy="52240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81288" y="5624422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238758" y="2861095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4</cp:revision>
  <dcterms:created xsi:type="dcterms:W3CDTF">2026-04-07T12:57:51Z</dcterms:created>
  <dcterms:modified xsi:type="dcterms:W3CDTF">2026-04-07T16:28:55Z</dcterms:modified>
</cp:coreProperties>
</file>