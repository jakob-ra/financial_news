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609"/>
    <p:restoredTop sz="94607"/>
  </p:normalViewPr>
  <p:slideViewPr>
    <p:cSldViewPr snapToGrid="0">
      <p:cViewPr varScale="1">
        <p:scale>
          <a:sx n="148" d="100"/>
          <a:sy n="148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0BCB-14F5-2165-219C-48082129E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2262C-6594-AA8B-F9E6-2448A8FD8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2E40F-6D22-017E-4BDE-E4672421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D7998-2735-09A9-9CFE-00518A993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8136A-B372-5394-4CC8-EAAFA2DA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5514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8C6E6-E551-2587-2592-26415B696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F4871-4414-BBB6-5784-9939901BC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E131A-6BC4-8CD6-5203-151646645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F0D61-0573-AB91-F1DC-CF7CE6717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4C233-A483-5EAF-BF01-2DEAF1C5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34838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FE22C-3C3C-259B-D7B0-33C6D6DC1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6A92E-3873-6171-ED78-138EFE9E9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46CAD-3DAA-8E3E-7866-D38172109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DBFA4-B7CA-512A-7056-32AC3CC6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F04EF-931B-0D6D-110C-E7BA495EA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0594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CC881-7892-997A-D1C8-D0C16A40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3BCE2-320C-7629-CFCC-E2120CFB5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36278-C0CB-6AEE-8C7C-02CA3DC13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8121D-8418-680A-C7F3-1AD38EDA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D3AF5-1033-C26D-FA4C-81EE8238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1BAE1-F950-315E-7607-8A0900C40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24135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53EE-E59B-7949-9776-89A896511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5253B-0862-90DE-4097-18D208F46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EDAC0-8350-4CA0-FA7D-4627CB0EF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31BA4-525E-8392-7495-3B5AAB0EA2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53AA77-793C-8AB6-4A3E-FF3510F9F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E5966A-FBB2-3B9E-6683-F5D4D032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0C6581-42A2-7EA9-684A-AE13F4CE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C39E5-881A-33AD-9C5C-F023C4A68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1545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E6FE-95B5-AB75-F45D-4889F065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0F75D4-DBD5-5071-6EAE-941F93E6B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CDA1B-513F-A4D5-3BA7-2A20C6473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40103-2F3E-8957-8A7B-50530E8B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2534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92B6B-3BD6-4327-C498-666D6772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328F4-9930-A311-6F1F-9D105906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5FB14-E4F3-0A62-0014-5CDC8CA3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0783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2968-1070-47F8-CC37-BFE3A466E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5E0F3-BC49-3739-0062-DABF72748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830AA-AE58-81F7-AD92-06AD6C7D5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0950-0B35-A888-E818-30AB5110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11F3B-AF46-EAD1-6580-166C9858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C923A-960D-A7EF-648C-F0F03F29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75930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0FDA-0D3F-0060-0C39-B3BFCCBAA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AA9D34-E352-6349-AAB4-10BB03CCD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2984B-11DE-726F-5EF3-7EEA3785F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DBD91-FC02-5B6D-279F-C0A987320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789-15B1-F3C9-39FE-D41CF89CD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30BEC-0336-5FE9-FA55-2052C336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4085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E10B-7AD2-E443-22CE-90AF4A7BC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D2C19-1E6E-66A0-23A6-0C17C7F7A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839C9-0FCD-5A5C-4649-ACEAAB068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1D56F-4EB3-0B46-CAFA-CF8B57A75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33C9F-21CA-B006-BAC2-3791C12D4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29073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4A5A1A-1573-9D03-93BA-F3217EDA0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3F3E0-443C-D744-70BA-01B86F754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314ED-D57F-FA94-4EB8-A9CAC283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23549-4AF0-F8F8-0B25-F3F8CBBA7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2E67E-4266-55F9-738D-348FA60A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3741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B13DF6-47A4-382A-D8A2-7C698266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AF093-1E30-BE76-46B4-E4D7BBE4E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FB0B8-6C05-C2C3-9609-75203C741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A7C4D-432C-7F4B-96AC-B586974E229F}" type="datetimeFigureOut">
              <a:rPr lang="en-CH" smtClean="0"/>
              <a:t>03.02.25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5686F-A3F4-4EDD-56A8-14F974408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892C0-DA53-56A8-CF0E-CE0CE52A0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0631A-7D32-A140-9894-9219F5C7AE4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6757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network of blue dots and lines&#10;&#10;Description automatically generated">
            <a:extLst>
              <a:ext uri="{FF2B5EF4-FFF2-40B4-BE49-F238E27FC236}">
                <a16:creationId xmlns:a16="http://schemas.microsoft.com/office/drawing/2014/main" id="{2F1F575F-2E99-EE40-ED48-23ECC7C6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965" y="0"/>
            <a:ext cx="719607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7F53ACA-5460-49AB-6CD1-17AF46AA9AC1}"/>
              </a:ext>
            </a:extLst>
          </p:cNvPr>
          <p:cNvSpPr/>
          <p:nvPr/>
        </p:nvSpPr>
        <p:spPr>
          <a:xfrm>
            <a:off x="6530196" y="2087592"/>
            <a:ext cx="1035169" cy="336430"/>
          </a:xfrm>
          <a:prstGeom prst="rect">
            <a:avLst/>
          </a:prstGeom>
          <a:solidFill>
            <a:schemeClr val="bg1">
              <a:alpha val="5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59C2F-F955-6508-A00C-AE02EA892382}"/>
              </a:ext>
            </a:extLst>
          </p:cNvPr>
          <p:cNvSpPr txBox="1"/>
          <p:nvPr/>
        </p:nvSpPr>
        <p:spPr>
          <a:xfrm>
            <a:off x="6590580" y="2096219"/>
            <a:ext cx="89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63D74B-C452-BD49-77A3-C2512668174A}"/>
              </a:ext>
            </a:extLst>
          </p:cNvPr>
          <p:cNvCxnSpPr/>
          <p:nvPr/>
        </p:nvCxnSpPr>
        <p:spPr>
          <a:xfrm flipV="1">
            <a:off x="6012611" y="2424023"/>
            <a:ext cx="517585" cy="2501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F198D71-E47A-6847-F65A-1C1AB8A2602F}"/>
              </a:ext>
            </a:extLst>
          </p:cNvPr>
          <p:cNvSpPr/>
          <p:nvPr/>
        </p:nvSpPr>
        <p:spPr>
          <a:xfrm>
            <a:off x="7033404" y="2547667"/>
            <a:ext cx="1035169" cy="336430"/>
          </a:xfrm>
          <a:prstGeom prst="rect">
            <a:avLst/>
          </a:prstGeom>
          <a:solidFill>
            <a:schemeClr val="bg1">
              <a:alpha val="6012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08815F-9EBE-7B77-DE83-3BEF99A31F69}"/>
              </a:ext>
            </a:extLst>
          </p:cNvPr>
          <p:cNvSpPr txBox="1"/>
          <p:nvPr/>
        </p:nvSpPr>
        <p:spPr>
          <a:xfrm>
            <a:off x="7162799" y="2556294"/>
            <a:ext cx="793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Siemens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B1FC7B-E846-1E40-6AD7-CA428ADB7369}"/>
              </a:ext>
            </a:extLst>
          </p:cNvPr>
          <p:cNvCxnSpPr/>
          <p:nvPr/>
        </p:nvCxnSpPr>
        <p:spPr>
          <a:xfrm flipV="1">
            <a:off x="6515819" y="2884098"/>
            <a:ext cx="517585" cy="2501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D3A1728-450C-2002-6B68-8D2E910E1CCE}"/>
              </a:ext>
            </a:extLst>
          </p:cNvPr>
          <p:cNvSpPr/>
          <p:nvPr/>
        </p:nvSpPr>
        <p:spPr>
          <a:xfrm>
            <a:off x="4229819" y="2901351"/>
            <a:ext cx="1035169" cy="336430"/>
          </a:xfrm>
          <a:prstGeom prst="rect">
            <a:avLst/>
          </a:prstGeom>
          <a:solidFill>
            <a:schemeClr val="bg1">
              <a:alpha val="604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C3E0AA-680D-350A-3BC8-752E3E022153}"/>
              </a:ext>
            </a:extLst>
          </p:cNvPr>
          <p:cNvSpPr txBox="1"/>
          <p:nvPr/>
        </p:nvSpPr>
        <p:spPr>
          <a:xfrm>
            <a:off x="4454103" y="2901350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Pfizer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984FFB-9EBE-7DEC-3056-71D72152717D}"/>
              </a:ext>
            </a:extLst>
          </p:cNvPr>
          <p:cNvCxnSpPr>
            <a:cxnSpLocks/>
          </p:cNvCxnSpPr>
          <p:nvPr/>
        </p:nvCxnSpPr>
        <p:spPr>
          <a:xfrm flipH="1" flipV="1">
            <a:off x="5264989" y="3229155"/>
            <a:ext cx="66136" cy="1178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6395124-294F-0201-6DD8-B5DE1B556796}"/>
              </a:ext>
            </a:extLst>
          </p:cNvPr>
          <p:cNvSpPr/>
          <p:nvPr/>
        </p:nvSpPr>
        <p:spPr>
          <a:xfrm>
            <a:off x="4600754" y="4203939"/>
            <a:ext cx="1035169" cy="336430"/>
          </a:xfrm>
          <a:prstGeom prst="rect">
            <a:avLst/>
          </a:prstGeom>
          <a:solidFill>
            <a:schemeClr val="bg1">
              <a:alpha val="6011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7C1F16-FB4B-46E6-E73F-1C926C1A0D56}"/>
              </a:ext>
            </a:extLst>
          </p:cNvPr>
          <p:cNvSpPr txBox="1"/>
          <p:nvPr/>
        </p:nvSpPr>
        <p:spPr>
          <a:xfrm>
            <a:off x="4583503" y="4212566"/>
            <a:ext cx="10647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Astrazeneca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15BAC3-CEEF-5503-B143-908A17D5D8A3}"/>
              </a:ext>
            </a:extLst>
          </p:cNvPr>
          <p:cNvCxnSpPr>
            <a:cxnSpLocks/>
          </p:cNvCxnSpPr>
          <p:nvPr/>
        </p:nvCxnSpPr>
        <p:spPr>
          <a:xfrm flipV="1">
            <a:off x="5624423" y="3971026"/>
            <a:ext cx="399690" cy="2386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7C20EBB-6C3B-5B14-76C5-ED3CD8D0ADFE}"/>
              </a:ext>
            </a:extLst>
          </p:cNvPr>
          <p:cNvSpPr/>
          <p:nvPr/>
        </p:nvSpPr>
        <p:spPr>
          <a:xfrm>
            <a:off x="8059947" y="3781245"/>
            <a:ext cx="1035169" cy="336430"/>
          </a:xfrm>
          <a:prstGeom prst="rect">
            <a:avLst/>
          </a:prstGeom>
          <a:solidFill>
            <a:schemeClr val="bg1">
              <a:alpha val="5994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EBCA6C-2BFD-8C67-1C6E-94AD4EE8998B}"/>
              </a:ext>
            </a:extLst>
          </p:cNvPr>
          <p:cNvSpPr txBox="1"/>
          <p:nvPr/>
        </p:nvSpPr>
        <p:spPr>
          <a:xfrm>
            <a:off x="8258352" y="3798498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Roche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76D36AB-C500-8EC4-8046-41C6A6B9A065}"/>
              </a:ext>
            </a:extLst>
          </p:cNvPr>
          <p:cNvCxnSpPr/>
          <p:nvPr/>
        </p:nvCxnSpPr>
        <p:spPr>
          <a:xfrm flipV="1">
            <a:off x="7542362" y="4117676"/>
            <a:ext cx="517585" cy="2501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0B17E2B-27AC-BA71-55DC-80C4DCC3EF96}"/>
              </a:ext>
            </a:extLst>
          </p:cNvPr>
          <p:cNvSpPr/>
          <p:nvPr/>
        </p:nvSpPr>
        <p:spPr>
          <a:xfrm>
            <a:off x="4687018" y="4730149"/>
            <a:ext cx="1035169" cy="336430"/>
          </a:xfrm>
          <a:prstGeom prst="rect">
            <a:avLst/>
          </a:prstGeom>
          <a:solidFill>
            <a:schemeClr val="bg1">
              <a:alpha val="5989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26C9F4-79D2-36C6-15FE-D40FDCD52AC5}"/>
              </a:ext>
            </a:extLst>
          </p:cNvPr>
          <p:cNvSpPr txBox="1"/>
          <p:nvPr/>
        </p:nvSpPr>
        <p:spPr>
          <a:xfrm>
            <a:off x="4902674" y="4747402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E57676B-8F92-8CED-407C-9D2517C44949}"/>
              </a:ext>
            </a:extLst>
          </p:cNvPr>
          <p:cNvCxnSpPr>
            <a:cxnSpLocks/>
          </p:cNvCxnSpPr>
          <p:nvPr/>
        </p:nvCxnSpPr>
        <p:spPr>
          <a:xfrm flipV="1">
            <a:off x="5719313" y="4600754"/>
            <a:ext cx="166777" cy="1437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BB5B958-CE3D-E99E-1DE6-6A614A4E3C7B}"/>
              </a:ext>
            </a:extLst>
          </p:cNvPr>
          <p:cNvSpPr/>
          <p:nvPr/>
        </p:nvSpPr>
        <p:spPr>
          <a:xfrm>
            <a:off x="6886754" y="3772617"/>
            <a:ext cx="1035169" cy="336430"/>
          </a:xfrm>
          <a:prstGeom prst="rect">
            <a:avLst/>
          </a:prstGeom>
          <a:solidFill>
            <a:schemeClr val="bg1">
              <a:alpha val="5973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46FFE1-6367-5D14-DEEB-32103265B292}"/>
              </a:ext>
            </a:extLst>
          </p:cNvPr>
          <p:cNvSpPr txBox="1"/>
          <p:nvPr/>
        </p:nvSpPr>
        <p:spPr>
          <a:xfrm>
            <a:off x="7093786" y="3789869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Sanofi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B97D44-B48B-BB9D-8508-DB0934A02550}"/>
              </a:ext>
            </a:extLst>
          </p:cNvPr>
          <p:cNvCxnSpPr>
            <a:cxnSpLocks/>
          </p:cNvCxnSpPr>
          <p:nvPr/>
        </p:nvCxnSpPr>
        <p:spPr>
          <a:xfrm flipV="1">
            <a:off x="6711351" y="4106174"/>
            <a:ext cx="172528" cy="431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8D42670-2BB6-5D01-795B-3DE6589C3F8D}"/>
              </a:ext>
            </a:extLst>
          </p:cNvPr>
          <p:cNvSpPr/>
          <p:nvPr/>
        </p:nvSpPr>
        <p:spPr>
          <a:xfrm>
            <a:off x="7171426" y="3073879"/>
            <a:ext cx="1463615" cy="336430"/>
          </a:xfrm>
          <a:prstGeom prst="rect">
            <a:avLst/>
          </a:prstGeom>
          <a:solidFill>
            <a:schemeClr val="bg1">
              <a:alpha val="6044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E93478-5F8B-B74A-2248-A28E530A5F9E}"/>
              </a:ext>
            </a:extLst>
          </p:cNvPr>
          <p:cNvSpPr txBox="1"/>
          <p:nvPr/>
        </p:nvSpPr>
        <p:spPr>
          <a:xfrm>
            <a:off x="7231809" y="3082505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Glaxosmithkline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3517924-A213-940D-31C6-81ADACB2883B}"/>
              </a:ext>
            </a:extLst>
          </p:cNvPr>
          <p:cNvCxnSpPr>
            <a:cxnSpLocks/>
          </p:cNvCxnSpPr>
          <p:nvPr/>
        </p:nvCxnSpPr>
        <p:spPr>
          <a:xfrm flipV="1">
            <a:off x="6737230" y="3407434"/>
            <a:ext cx="422695" cy="1466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123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8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1</cp:revision>
  <dcterms:created xsi:type="dcterms:W3CDTF">2025-02-03T15:04:29Z</dcterms:created>
  <dcterms:modified xsi:type="dcterms:W3CDTF">2025-02-04T09:01:55Z</dcterms:modified>
</cp:coreProperties>
</file>