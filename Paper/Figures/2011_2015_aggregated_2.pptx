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00" r="2072" b="5423"/>
          <a:stretch/>
        </p:blipFill>
        <p:spPr>
          <a:xfrm>
            <a:off x="2139351" y="-1"/>
            <a:ext cx="7102211" cy="5561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167222" y="5460520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89163" y="2740324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Output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114BB-5C8B-FBD2-F8EA-F133678BC5D7}"/>
              </a:ext>
            </a:extLst>
          </p:cNvPr>
          <p:cNvSpPr/>
          <p:nvPr/>
        </p:nvSpPr>
        <p:spPr>
          <a:xfrm>
            <a:off x="5840083" y="4157932"/>
            <a:ext cx="2725947" cy="1026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9DDBA-D022-4D1D-A64F-D88CA788EFE4}"/>
              </a:ext>
            </a:extLst>
          </p:cNvPr>
          <p:cNvSpPr/>
          <p:nvPr/>
        </p:nvSpPr>
        <p:spPr>
          <a:xfrm>
            <a:off x="6788989" y="4244198"/>
            <a:ext cx="1578634" cy="80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10" name="Picture 9" descr="A graph with lines and text&#10;&#10;Description automatically generated">
            <a:extLst>
              <a:ext uri="{FF2B5EF4-FFF2-40B4-BE49-F238E27FC236}">
                <a16:creationId xmlns:a16="http://schemas.microsoft.com/office/drawing/2014/main" id="{22EE9CE4-526E-8282-D515-2002BE5BE7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01" t="9734" r="27338" b="78285"/>
          <a:stretch/>
        </p:blipFill>
        <p:spPr>
          <a:xfrm>
            <a:off x="6331789" y="4382219"/>
            <a:ext cx="362309" cy="690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4E8DCB-1188-638F-911A-9237FF8FD343}"/>
              </a:ext>
            </a:extLst>
          </p:cNvPr>
          <p:cNvSpPr txBox="1"/>
          <p:nvPr/>
        </p:nvSpPr>
        <p:spPr>
          <a:xfrm>
            <a:off x="6665343" y="4310332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25CCE-2C98-FD98-DF28-D9D00EF62E3B}"/>
              </a:ext>
            </a:extLst>
          </p:cNvPr>
          <p:cNvSpPr txBox="1"/>
          <p:nvPr/>
        </p:nvSpPr>
        <p:spPr>
          <a:xfrm>
            <a:off x="6671094" y="4488612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9B092-5D5C-1BFF-3514-3D5321875F3B}"/>
              </a:ext>
            </a:extLst>
          </p:cNvPr>
          <p:cNvSpPr txBox="1"/>
          <p:nvPr/>
        </p:nvSpPr>
        <p:spPr>
          <a:xfrm>
            <a:off x="6668218" y="4675518"/>
            <a:ext cx="7841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M&amp;As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92D74-88FB-63D7-53C7-E5CC76E9BC13}"/>
              </a:ext>
            </a:extLst>
          </p:cNvPr>
          <p:cNvSpPr txBox="1"/>
          <p:nvPr/>
        </p:nvSpPr>
        <p:spPr>
          <a:xfrm>
            <a:off x="6665343" y="4853797"/>
            <a:ext cx="18742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 nor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3</cp:revision>
  <dcterms:created xsi:type="dcterms:W3CDTF">2026-04-07T12:57:51Z</dcterms:created>
  <dcterms:modified xsi:type="dcterms:W3CDTF">2026-04-07T13:17:31Z</dcterms:modified>
</cp:coreProperties>
</file>