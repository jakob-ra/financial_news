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558"/>
  </p:normalViewPr>
  <p:slideViewPr>
    <p:cSldViewPr snapToGrid="0">
      <p:cViewPr varScale="1">
        <p:scale>
          <a:sx n="121" d="100"/>
          <a:sy n="121" d="100"/>
        </p:scale>
        <p:origin x="1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2" r="1586" b="5791"/>
          <a:stretch/>
        </p:blipFill>
        <p:spPr>
          <a:xfrm>
            <a:off x="2827282" y="410300"/>
            <a:ext cx="6309474" cy="5258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581288" y="5624422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950262" y="2904227"/>
            <a:ext cx="3268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of R&amp;D Alliances / # of M&amp;As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5</cp:revision>
  <dcterms:created xsi:type="dcterms:W3CDTF">2026-04-07T12:57:51Z</dcterms:created>
  <dcterms:modified xsi:type="dcterms:W3CDTF">2026-04-07T13:39:01Z</dcterms:modified>
</cp:coreProperties>
</file>