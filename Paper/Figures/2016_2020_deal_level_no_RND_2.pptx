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558"/>
  </p:normalViewPr>
  <p:slideViewPr>
    <p:cSldViewPr snapToGrid="0">
      <p:cViewPr varScale="1">
        <p:scale>
          <a:sx n="121" d="100"/>
          <a:sy n="121" d="100"/>
        </p:scale>
        <p:origin x="1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93" r="11" b="7340"/>
          <a:stretch/>
        </p:blipFill>
        <p:spPr>
          <a:xfrm>
            <a:off x="2932385" y="431321"/>
            <a:ext cx="6404067" cy="52394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532802" y="5638404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260572" y="2870515"/>
            <a:ext cx="474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Aggregate Output (Counterf. – Benchm.)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6</cp:revision>
  <dcterms:created xsi:type="dcterms:W3CDTF">2026-04-07T12:57:51Z</dcterms:created>
  <dcterms:modified xsi:type="dcterms:W3CDTF">2026-04-07T16:30:02Z</dcterms:modified>
</cp:coreProperties>
</file>