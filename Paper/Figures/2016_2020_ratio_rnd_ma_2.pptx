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30" r="2341" b="5762"/>
          <a:stretch/>
        </p:blipFill>
        <p:spPr>
          <a:xfrm>
            <a:off x="2855343" y="410300"/>
            <a:ext cx="6281413" cy="5281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81288" y="5624422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950262" y="2904227"/>
            <a:ext cx="326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of R&amp;D Alliances / # of M&amp;As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6</cp:revision>
  <dcterms:created xsi:type="dcterms:W3CDTF">2026-04-07T12:57:51Z</dcterms:created>
  <dcterms:modified xsi:type="dcterms:W3CDTF">2026-04-07T13:39:56Z</dcterms:modified>
</cp:coreProperties>
</file>