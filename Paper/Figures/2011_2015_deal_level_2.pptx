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485"/>
    <p:restoredTop sz="94607"/>
  </p:normalViewPr>
  <p:slideViewPr>
    <p:cSldViewPr snapToGrid="0">
      <p:cViewPr varScale="1">
        <p:scale>
          <a:sx n="148" d="100"/>
          <a:sy n="148" d="100"/>
        </p:scale>
        <p:origin x="18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25019-FD4A-C962-7010-FB642512C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D30308-14AB-0AB4-96CA-7E3ECA6E70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EBC99-3200-65E6-F29B-ADEDE769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01461-9BDA-E8C5-7D73-B80CD7360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13653-2D9A-502C-95C0-7C59F6CFD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86834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37B6F-0A90-4FB1-455E-04931C4AE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9A2EF-4C0F-E877-AE57-97E23E57F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DC3D1-E395-83E7-9AF6-9876F3F80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29510-9250-EE0B-BF36-2F37CC444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7F889-6791-B14F-D00E-4183FAF84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0059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95F73-B5FA-D2ED-0A78-84CA156C3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08C0D-137E-9053-5440-DE781F7BB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FBFD4-1276-D0F1-0290-7AEA34ED3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17128-6A48-D373-1D19-6ACE5BE4A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F66D6-CE03-245B-A705-48C6EB638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89927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E9119-F3F2-C1EA-A4BD-CB74B4C4F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381FA-C730-ED53-00D2-91E18CB33B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FC58A-E842-C424-18A4-5DE19CA41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9A1462-27E5-CA7A-3131-B86F29911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910E1-25FF-70DE-F301-B405BA6A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13420-A3C5-7E13-6321-BD24B8DED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83863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024B5-9703-2DD5-61B2-4A25351F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1E078-E05F-77F7-1DF0-4556480AA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7127B-FCC5-136B-C9CA-2A4BA1BC0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80D293-4A46-85E2-00C0-9DC49FC563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2B35D0-D474-BECB-BBC4-D62A6208A7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9E340F-0520-DE81-333C-18D81341B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BC54B0-70AC-FA71-C651-FC058FE23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39CFA4-F270-9565-F12F-E875EE7BF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35550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ACD03-FEB2-7748-1784-001DBD63E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3F4EFD-2E46-E9FE-7391-974A6588E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F85E-4076-4F8B-4C50-789103F44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95618-7D9A-A358-02D1-E9EB1DBD0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0099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D9246-F9EB-C129-CC3A-6D872AA29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120BB-1E03-34E4-9FD6-8FEB35675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F00C3-6B26-CD92-8F18-BF428C828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05738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38ECA-90A4-8AF7-C0A4-BD3FCC2B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97CFD-39D2-9757-FCB2-E2B416F5E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F030D-4A40-8A6A-EE92-9BC34B0FD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982A6-B50A-44BC-41AC-941E9223A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C227D-542C-23EB-9616-640FF90CA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057BA-D542-F2EE-CDA0-4214ED8A5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92513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70B55-18FF-1072-A91D-25124232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C1C292-7A8F-7F51-84AB-CFE0C9E502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0EF65-15AB-F6DD-0F8C-00C349E7E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64495-9843-FEB5-1E72-4E82C8F67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6210E-2C0C-58C4-7F6E-F210B5D96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89BCF-1C02-0157-7BBA-DA0EB9447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01487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B414A-676C-64AA-4FA0-1B758EF1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064523-1FC8-E1BB-1B1C-299EC9CB8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4B809-6AA1-1B47-BF18-30DE98F85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827BF-DA89-2475-79CD-038C65F1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2D30F-99A7-C066-41C4-C72697A8A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1792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C4B3EA-693A-51B6-4E9C-A0019B6836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7A6EC6-D12D-C4F8-309B-3394AFDCF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DB849-A72F-9E7A-C0EA-8115C0FFE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FD173-C78C-4E3E-D986-1795D7AE2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878AA-46E5-2334-29C5-06277F2A6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75886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4FE39F-6016-B36C-A558-D297CB2B0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7F932-B924-C6F3-FB20-064AC0B28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44E99-5FA6-57F2-A616-8938E1682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7049C-5B58-2A47-32D2-8F4F240F63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F10D8-0060-24D7-2358-6A5AFE8F7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62583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667594-4368-089A-A4E2-4D58B07371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57" r="3689" b="5902"/>
          <a:stretch/>
        </p:blipFill>
        <p:spPr>
          <a:xfrm>
            <a:off x="2881223" y="431321"/>
            <a:ext cx="6455229" cy="50145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D02C46-565A-0C2F-FD55-E81441EC671E}"/>
              </a:ext>
            </a:extLst>
          </p:cNvPr>
          <p:cNvSpPr txBox="1"/>
          <p:nvPr/>
        </p:nvSpPr>
        <p:spPr>
          <a:xfrm>
            <a:off x="5658926" y="5512279"/>
            <a:ext cx="61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1B403A-04F0-CD4A-F425-88CB0323D1E8}"/>
              </a:ext>
            </a:extLst>
          </p:cNvPr>
          <p:cNvSpPr txBox="1"/>
          <p:nvPr/>
        </p:nvSpPr>
        <p:spPr>
          <a:xfrm rot="16200000">
            <a:off x="186999" y="2817963"/>
            <a:ext cx="4743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Aggregate Output (Counterf. – Benchm.)</a:t>
            </a:r>
          </a:p>
        </p:txBody>
      </p:sp>
    </p:spTree>
    <p:extLst>
      <p:ext uri="{BB962C8B-B14F-4D97-AF65-F5344CB8AC3E}">
        <p14:creationId xmlns:p14="http://schemas.microsoft.com/office/powerpoint/2010/main" val="1118398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Konig, M.D. (Michael)</dc:creator>
  <cp:lastModifiedBy>Konig, M.D. (Michael)</cp:lastModifiedBy>
  <cp:revision>4</cp:revision>
  <dcterms:created xsi:type="dcterms:W3CDTF">2026-04-07T12:57:51Z</dcterms:created>
  <dcterms:modified xsi:type="dcterms:W3CDTF">2026-04-07T13:30:52Z</dcterms:modified>
</cp:coreProperties>
</file>