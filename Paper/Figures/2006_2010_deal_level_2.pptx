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607"/>
  </p:normalViewPr>
  <p:slideViewPr>
    <p:cSldViewPr snapToGrid="0">
      <p:cViewPr varScale="1">
        <p:scale>
          <a:sx n="148" d="100"/>
          <a:sy n="148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3" t="1407" b="6677"/>
          <a:stretch/>
        </p:blipFill>
        <p:spPr>
          <a:xfrm>
            <a:off x="2855343" y="431321"/>
            <a:ext cx="6481109" cy="51154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581288" y="5624422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238758" y="2861095"/>
            <a:ext cx="474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Aggregate Output (Counterf. – Benchm.)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3</cp:revision>
  <dcterms:created xsi:type="dcterms:W3CDTF">2026-04-07T12:57:51Z</dcterms:created>
  <dcterms:modified xsi:type="dcterms:W3CDTF">2026-04-07T13:31:04Z</dcterms:modified>
</cp:coreProperties>
</file>